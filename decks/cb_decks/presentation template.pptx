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CF52-D367-4738-9017-4D63D2FF5E5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50FD-8A2A-4F7F-BD1F-F31D36727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372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CF52-D367-4738-9017-4D63D2FF5E5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50FD-8A2A-4F7F-BD1F-F31D36727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938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CF52-D367-4738-9017-4D63D2FF5E5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50FD-8A2A-4F7F-BD1F-F31D36727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791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CF52-D367-4738-9017-4D63D2FF5E5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50FD-8A2A-4F7F-BD1F-F31D36727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29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CF52-D367-4738-9017-4D63D2FF5E5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50FD-8A2A-4F7F-BD1F-F31D36727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041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CF52-D367-4738-9017-4D63D2FF5E5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50FD-8A2A-4F7F-BD1F-F31D36727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50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CF52-D367-4738-9017-4D63D2FF5E5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50FD-8A2A-4F7F-BD1F-F31D36727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1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CF52-D367-4738-9017-4D63D2FF5E5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50FD-8A2A-4F7F-BD1F-F31D36727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94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CF52-D367-4738-9017-4D63D2FF5E5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50FD-8A2A-4F7F-BD1F-F31D36727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314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CF52-D367-4738-9017-4D63D2FF5E5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50FD-8A2A-4F7F-BD1F-F31D36727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74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BCF52-D367-4738-9017-4D63D2FF5E5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E50FD-8A2A-4F7F-BD1F-F31D36727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49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BCF52-D367-4738-9017-4D63D2FF5E5A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E50FD-8A2A-4F7F-BD1F-F31D36727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51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A8527E-DB0B-08C8-B382-1D4631737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7535"/>
            <a:ext cx="12192000" cy="614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543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OBIDJON AKHMEDOV</cp:lastModifiedBy>
  <cp:revision>8</cp:revision>
  <dcterms:created xsi:type="dcterms:W3CDTF">2026-03-24T19:33:45Z</dcterms:created>
  <dcterms:modified xsi:type="dcterms:W3CDTF">2026-05-02T08:27:11Z</dcterms:modified>
</cp:coreProperties>
</file>