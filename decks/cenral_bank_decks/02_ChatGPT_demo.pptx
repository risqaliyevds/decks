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2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108960"/>
            <a:ext cx="6217920" cy="6217920"/>
          </a:xfrm>
          <a:prstGeom prst="ellipse">
            <a:avLst/>
          </a:prstGeom>
          <a:solidFill>
            <a:srgbClr val="1D2C6B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480560"/>
            <a:ext cx="3840480" cy="3840480"/>
          </a:xfrm>
          <a:prstGeom prst="ellipse">
            <a:avLst/>
          </a:prstGeom>
          <a:solidFill>
            <a:srgbClr val="2E40A4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868680"/>
            <a:ext cx="4114800" cy="384048"/>
          </a:xfrm>
          <a:prstGeom prst="roundRect">
            <a:avLst>
              <a:gd name="adj" fmla="val 50000"/>
            </a:avLst>
          </a:prstGeom>
          <a:solidFill>
            <a:srgbClr val="2E40A4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8686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1-KUN · 2-SESSIYA · 15:30–16:00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783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ChatGPT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594360" y="29260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Jonli demo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94360" y="3886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Rasmiy xat  ·  Tarjima  ·  Murakkabni soddalashtirish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" y="4983480"/>
            <a:ext cx="457200" cy="457200"/>
          </a:xfrm>
          <a:prstGeom prst="ellipse">
            <a:avLst/>
          </a:prstGeom>
          <a:solidFill>
            <a:srgbClr val="E0A526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111496"/>
            <a:ext cx="201168" cy="2011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88720" y="49834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Ko'ramiz, sinab ko'ramiz, birga ishlaymiz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TANISHUV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nima va kim yaratgan?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61264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6968" y="2052828"/>
            <a:ext cx="603504" cy="603504"/>
          </a:xfrm>
          <a:prstGeom prst="ellipse">
            <a:avLst/>
          </a:prstGeom>
          <a:solidFill>
            <a:srgbClr val="15225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" y="220370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4825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kompaniyasi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91640" y="241401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2022-yil noyabrda ommaga taqdim etilgan.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94360" y="3063240"/>
            <a:ext cx="61264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86968" y="3287268"/>
            <a:ext cx="603504" cy="603504"/>
          </a:xfrm>
          <a:prstGeom prst="ellipse">
            <a:avLst/>
          </a:prstGeom>
          <a:solidFill>
            <a:srgbClr val="15225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" y="343814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328269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 mashhur SI suhbatdoshi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691640" y="364845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Dunyo bo'ylab ~1 milliard foydalanuvchi.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94360" y="4297680"/>
            <a:ext cx="61264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86968" y="4521708"/>
            <a:ext cx="603504" cy="603504"/>
          </a:xfrm>
          <a:prstGeom prst="ellipse">
            <a:avLst/>
          </a:prstGeom>
          <a:solidFill>
            <a:srgbClr val="15225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" y="467258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51713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Oddiy tilda yozasiz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691640" y="488289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javob beradi, yozadi, tarjima qiladi, tushuntiradi.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7132320" y="1828800"/>
            <a:ext cx="4462272" cy="37033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7452360" y="2011680"/>
            <a:ext cx="3822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7452360" y="2395728"/>
            <a:ext cx="3822192" cy="0"/>
          </a:xfrm>
          <a:prstGeom prst="line">
            <a:avLst/>
          </a:prstGeom>
          <a:noFill/>
          <a:ln w="12700">
            <a:solidFill>
              <a:srgbClr val="D4DCF2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8595360" y="2560320"/>
            <a:ext cx="2679192" cy="548640"/>
          </a:xfrm>
          <a:prstGeom prst="roundRect">
            <a:avLst>
              <a:gd name="adj" fmla="val 23333"/>
            </a:avLst>
          </a:prstGeom>
          <a:solidFill>
            <a:srgbClr val="2E40A4"/>
          </a:solidFill>
          <a:ln/>
        </p:spPr>
      </p:sp>
      <p:sp>
        <p:nvSpPr>
          <p:cNvPr id="23" name="Text 18"/>
          <p:cNvSpPr/>
          <p:nvPr/>
        </p:nvSpPr>
        <p:spPr>
          <a:xfrm>
            <a:off x="8686800" y="2560320"/>
            <a:ext cx="2496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 hamkor bankka rasmiy xat kerak…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7452360" y="3291840"/>
            <a:ext cx="3090672" cy="1417320"/>
          </a:xfrm>
          <a:prstGeom prst="roundRect">
            <a:avLst>
              <a:gd name="adj" fmla="val 9032"/>
            </a:avLst>
          </a:prstGeom>
          <a:solidFill>
            <a:srgbClr val="EAEFFB"/>
          </a:solidFill>
          <a:ln/>
        </p:spPr>
      </p:sp>
      <p:sp>
        <p:nvSpPr>
          <p:cNvPr id="25" name="Text 20"/>
          <p:cNvSpPr/>
          <p:nvPr/>
        </p:nvSpPr>
        <p:spPr>
          <a:xfrm>
            <a:off x="7589520" y="3401568"/>
            <a:ext cx="28163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Albatta! Quyida rasmiy xat namunasi: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“Hurmatli hamkorlar, ...”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Ohangni rasmiyroq qilaymi yoki qisqartiraymi?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7452360" y="4892040"/>
            <a:ext cx="3822192" cy="457200"/>
          </a:xfrm>
          <a:prstGeom prst="roundRect">
            <a:avLst>
              <a:gd name="adj" fmla="val 20000"/>
            </a:avLst>
          </a:prstGeom>
          <a:solidFill>
            <a:srgbClr val="F6F8FD"/>
          </a:solidFill>
          <a:ln w="12700">
            <a:solidFill>
              <a:srgbClr val="D4DCF2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7589520" y="4892040"/>
            <a:ext cx="318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Xabar yozing…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10881360" y="4965192"/>
            <a:ext cx="310896" cy="310896"/>
          </a:xfrm>
          <a:prstGeom prst="ellipse">
            <a:avLst/>
          </a:prstGeom>
          <a:solidFill>
            <a:srgbClr val="152253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9084" y="5042916"/>
            <a:ext cx="155448" cy="15544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943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0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2-SESSIYA · ChatGPT demo</a:t>
            </a:r>
            <a:endParaRPr lang="en-US" sz="950" dirty="0"/>
          </a:p>
        </p:txBody>
      </p:sp>
      <p:sp>
        <p:nvSpPr>
          <p:cNvPr id="31" name="Text 25"/>
          <p:cNvSpPr/>
          <p:nvPr/>
        </p:nvSpPr>
        <p:spPr>
          <a:xfrm>
            <a:off x="1068019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0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AMALIYOT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Qanday foydalanish mumkin?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3483864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03120"/>
            <a:ext cx="585216" cy="585216"/>
          </a:xfrm>
          <a:prstGeom prst="ellipse">
            <a:avLst/>
          </a:prstGeom>
          <a:solidFill>
            <a:srgbClr val="EAEFF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2249424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63624" y="2139696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Brauzerda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2743200"/>
            <a:ext cx="2980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chatgpt.com manziliga kiring — kompyuter yoki telefon orqali.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52544" y="1828800"/>
            <a:ext cx="3483864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26864" y="2103120"/>
            <a:ext cx="585216" cy="585216"/>
          </a:xfrm>
          <a:prstGeom prst="ellipse">
            <a:avLst/>
          </a:prstGeom>
          <a:solidFill>
            <a:srgbClr val="EAEFF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2249424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21808" y="2139696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Ilovada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26864" y="2743200"/>
            <a:ext cx="2980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yoki Google Play'dan “ChatGPT” ilovasini yuklang.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10728" y="1828800"/>
            <a:ext cx="3483864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85048" y="2103120"/>
            <a:ext cx="585216" cy="585216"/>
          </a:xfrm>
          <a:prstGeom prst="ellipse">
            <a:avLst/>
          </a:prstGeom>
          <a:solidFill>
            <a:srgbClr val="EAEFF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2" y="2249424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79992" y="2139696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Ro'yxatdan o'tish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85048" y="2743200"/>
            <a:ext cx="2980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yoki Google akkaunt orqali — bir necha soniya.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94360" y="3502152"/>
            <a:ext cx="3483864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68680" y="3776472"/>
            <a:ext cx="585216" cy="585216"/>
          </a:xfrm>
          <a:prstGeom prst="ellipse">
            <a:avLst/>
          </a:prstGeom>
          <a:solidFill>
            <a:srgbClr val="EAEFF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3922776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63624" y="3813048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68680" y="4416552"/>
            <a:ext cx="2980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O'zbekcha, ruscha, inglizcha — bemalol yozaverasiz.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52544" y="3502152"/>
            <a:ext cx="3483864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26864" y="3776472"/>
            <a:ext cx="585216" cy="585216"/>
          </a:xfrm>
          <a:prstGeom prst="ellipse">
            <a:avLst/>
          </a:prstGeom>
          <a:solidFill>
            <a:srgbClr val="EAEFFB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3922776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21808" y="3813048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Bepul va pullik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626864" y="4416552"/>
            <a:ext cx="2980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Bepul versiya bor; Plus — kuchliroq imkoniyatlar uchun.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10728" y="3502152"/>
            <a:ext cx="3483864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85048" y="3776472"/>
            <a:ext cx="585216" cy="585216"/>
          </a:xfrm>
          <a:prstGeom prst="ellipse">
            <a:avLst/>
          </a:prstGeom>
          <a:solidFill>
            <a:srgbClr val="EAEFFB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1352" y="3922776"/>
            <a:ext cx="292608" cy="2926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79992" y="3813048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Tezda boshlanadi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385048" y="4416552"/>
            <a:ext cx="2980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O'rnatish shart emas — kirib, savol yozasiz.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5943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0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2-SESSIYA · ChatGPT demo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1068019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0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KO'NIKMA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Yaxshi so'rov (“prompt”) qanday tuziladi?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63040"/>
            <a:ext cx="11000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Qanchalik aniq so'rasangiz, javob shunchalik yaxshi bo'ladi. Yaxshi so'rovning 4 qismi: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2544318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46479" y="2350008"/>
            <a:ext cx="640080" cy="640080"/>
          </a:xfrm>
          <a:prstGeom prst="ellipse">
            <a:avLst/>
          </a:prstGeom>
          <a:solidFill>
            <a:srgbClr val="152253"/>
          </a:solidFill>
          <a:ln/>
        </p:spPr>
      </p:sp>
      <p:sp>
        <p:nvSpPr>
          <p:cNvPr id="7" name="Text 5"/>
          <p:cNvSpPr/>
          <p:nvPr/>
        </p:nvSpPr>
        <p:spPr>
          <a:xfrm>
            <a:off x="1546479" y="23500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A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3118104"/>
            <a:ext cx="2269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5528" y="3465576"/>
            <a:ext cx="21419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i="1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“Sen tajribali iqtisodchisan…”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12998" y="2057400"/>
            <a:ext cx="2544318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65117" y="2350008"/>
            <a:ext cx="640080" cy="640080"/>
          </a:xfrm>
          <a:prstGeom prst="ellipse">
            <a:avLst/>
          </a:prstGeom>
          <a:solidFill>
            <a:srgbClr val="152253"/>
          </a:solidFill>
          <a:ln/>
        </p:spPr>
      </p:sp>
      <p:sp>
        <p:nvSpPr>
          <p:cNvPr id="12" name="Text 10"/>
          <p:cNvSpPr/>
          <p:nvPr/>
        </p:nvSpPr>
        <p:spPr>
          <a:xfrm>
            <a:off x="4365117" y="23500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A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550158" y="3118104"/>
            <a:ext cx="2269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Vazifa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14166" y="3465576"/>
            <a:ext cx="21419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i="1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“Quyidagi mavzuda rasmiy xat yoz…”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31636" y="2057400"/>
            <a:ext cx="2544318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183755" y="2350008"/>
            <a:ext cx="640080" cy="640080"/>
          </a:xfrm>
          <a:prstGeom prst="ellipse">
            <a:avLst/>
          </a:prstGeom>
          <a:solidFill>
            <a:srgbClr val="152253"/>
          </a:solidFill>
          <a:ln/>
        </p:spPr>
      </p:sp>
      <p:sp>
        <p:nvSpPr>
          <p:cNvPr id="17" name="Text 15"/>
          <p:cNvSpPr/>
          <p:nvPr/>
        </p:nvSpPr>
        <p:spPr>
          <a:xfrm>
            <a:off x="7183755" y="23500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A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368796" y="3118104"/>
            <a:ext cx="2269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Kontekst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32804" y="3465576"/>
            <a:ext cx="21419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i="1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“Qabul qiluvchi — hamkor bank; ohang rasmiy…”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50274" y="2057400"/>
            <a:ext cx="2544318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002393" y="2350008"/>
            <a:ext cx="640080" cy="640080"/>
          </a:xfrm>
          <a:prstGeom prst="ellipse">
            <a:avLst/>
          </a:prstGeom>
          <a:solidFill>
            <a:srgbClr val="152253"/>
          </a:solidFill>
          <a:ln/>
        </p:spPr>
      </p:sp>
      <p:sp>
        <p:nvSpPr>
          <p:cNvPr id="22" name="Text 20"/>
          <p:cNvSpPr/>
          <p:nvPr/>
        </p:nvSpPr>
        <p:spPr>
          <a:xfrm>
            <a:off x="10002393" y="23500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A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9187434" y="3118104"/>
            <a:ext cx="2269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251442" y="3465576"/>
            <a:ext cx="21419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i="1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“Yarim sahifa, 3 banddan iborat…”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4360" y="4251960"/>
            <a:ext cx="11000232" cy="1371600"/>
          </a:xfrm>
          <a:prstGeom prst="roundRect">
            <a:avLst>
              <a:gd name="adj" fmla="val 8000"/>
            </a:avLst>
          </a:prstGeom>
          <a:solidFill>
            <a:srgbClr val="152253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05840" y="4434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TO'LIQ MISOL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05840" y="4709160"/>
            <a:ext cx="10177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“Sen tajribali bank xodimisan. Hamkor bankka hisobot so'rab rasmiy xat yoz. Ohang rasmiy va xushmuomala bo'lsin. Uzunligi yarim sahifa, 3 banddan iborat bo'lsin.”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5943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0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2-SESSIYA · ChatGPT demo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068019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0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5720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572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2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1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11000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Rasmiy xat tayyorlash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11000232" cy="1097280"/>
          </a:xfrm>
          <a:prstGeom prst="roundRect">
            <a:avLst>
              <a:gd name="adj" fmla="val 10000"/>
            </a:avLst>
          </a:prstGeom>
          <a:solidFill>
            <a:srgbClr val="EAEFFB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029968"/>
            <a:ext cx="603504" cy="603504"/>
          </a:xfrm>
          <a:prstGeom prst="ellipse">
            <a:avLst/>
          </a:prstGeom>
          <a:solidFill>
            <a:srgbClr val="15225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" y="2180844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9933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D7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VAZIYAT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691640" y="2249424"/>
            <a:ext cx="9537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Hamkor bankka rasmiy so'rov xati kerak — lekin uni noldan yozishga vaqt yo'q.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94360" y="3154680"/>
            <a:ext cx="5134356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914400" y="3383280"/>
            <a:ext cx="44942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Sizning so'rovingiz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14400" y="3758184"/>
            <a:ext cx="44942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“Hamkor bankka hisobot so'rab rasmiy xat yoz. Rasmiy ohang, yarim sahifa.”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847588" y="3822192"/>
            <a:ext cx="493776" cy="493776"/>
          </a:xfrm>
          <a:prstGeom prst="ellipse">
            <a:avLst/>
          </a:prstGeom>
          <a:solidFill>
            <a:srgbClr val="E0A52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1032" y="3945636"/>
            <a:ext cx="246888" cy="24688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460236" y="3154680"/>
            <a:ext cx="5134356" cy="1828800"/>
          </a:xfrm>
          <a:prstGeom prst="roundRect">
            <a:avLst>
              <a:gd name="adj" fmla="val 6000"/>
            </a:avLst>
          </a:prstGeom>
          <a:solidFill>
            <a:srgbClr val="152253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6780276" y="3383280"/>
            <a:ext cx="44942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javobi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780276" y="3758184"/>
            <a:ext cx="44942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Tayyor, rasmiy uslubdagi, tuzilgan xat — 30 soniyada. Keyin: “qisqartir”, “rasmiyroq qil”, “boshqa variant ber” deb sayqallaysiz.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594360" y="5212080"/>
            <a:ext cx="11000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i="1" dirty="0">
                <a:solidFill>
                  <a:srgbClr val="2E4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fikr: oddiy g'oya → tayyor rasmiy xat, bir necha soniyada.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5943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0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2-SESSIYA · ChatGPT demo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1068019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0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5720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572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2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2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11000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va qisqartirish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11000232" cy="1097280"/>
          </a:xfrm>
          <a:prstGeom prst="roundRect">
            <a:avLst>
              <a:gd name="adj" fmla="val 10000"/>
            </a:avLst>
          </a:prstGeom>
          <a:solidFill>
            <a:srgbClr val="EAEFFB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029968"/>
            <a:ext cx="603504" cy="603504"/>
          </a:xfrm>
          <a:prstGeom prst="ellipse">
            <a:avLst/>
          </a:prstGeom>
          <a:solidFill>
            <a:srgbClr val="15225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" y="2180844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9933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D7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VAZIYAT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691640" y="2249424"/>
            <a:ext cx="9537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sahifalik inglizcha hisobot keldi. Tezda mazmunini tushunish kerak.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94360" y="3154680"/>
            <a:ext cx="5317236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14400" y="3447288"/>
            <a:ext cx="548640" cy="548640"/>
          </a:xfrm>
          <a:prstGeom prst="ellipse">
            <a:avLst/>
          </a:prstGeom>
          <a:solidFill>
            <a:srgbClr val="EAEFF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587" y="3573475"/>
            <a:ext cx="296266" cy="29626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00200" y="3483864"/>
            <a:ext cx="40370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To'liq tarjima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914400" y="4142232"/>
            <a:ext cx="46771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“Ushbu hujjatni o'zbek tiliga tarjima qil.” — butun matn bir zumda tushunarli tilda.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277356" y="3154680"/>
            <a:ext cx="5317236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597396" y="3447288"/>
            <a:ext cx="548640" cy="548640"/>
          </a:xfrm>
          <a:prstGeom prst="ellipse">
            <a:avLst/>
          </a:prstGeom>
          <a:solidFill>
            <a:srgbClr val="EAEFF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3583" y="3573475"/>
            <a:ext cx="296266" cy="29626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283196" y="3483864"/>
            <a:ext cx="40370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Qisqartirish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597396" y="4142232"/>
            <a:ext cx="46771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“Asosiy 5 ta fikrni ajratib ber.” — 5 sahifa → 5 ta aniq band.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94360" y="5230368"/>
            <a:ext cx="11000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i="1" dirty="0">
                <a:solidFill>
                  <a:srgbClr val="2E4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fikr: 5 sahifa → 5 ta fikr, taxminan 1 daqiqada.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5943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0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2-SESSIYA · ChatGPT demo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1068019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0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5720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572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2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3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11000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Murakkab tushunchani soddalashtirish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11000232" cy="1097280"/>
          </a:xfrm>
          <a:prstGeom prst="roundRect">
            <a:avLst>
              <a:gd name="adj" fmla="val 10000"/>
            </a:avLst>
          </a:prstGeom>
          <a:solidFill>
            <a:srgbClr val="EAEFFB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029968"/>
            <a:ext cx="603504" cy="603504"/>
          </a:xfrm>
          <a:prstGeom prst="ellipse">
            <a:avLst/>
          </a:prstGeom>
          <a:solidFill>
            <a:srgbClr val="15225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" y="2180844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9933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D7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VAZIYAT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691640" y="2249424"/>
            <a:ext cx="9537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Murakkab moliyaviy atamani hamkasbingizga yoki rahbaringizga oddiy tilda tushuntirish kerak.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94360" y="3154680"/>
            <a:ext cx="5317236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14400" y="3447288"/>
            <a:ext cx="548640" cy="548640"/>
          </a:xfrm>
          <a:prstGeom prst="ellipse">
            <a:avLst/>
          </a:prstGeom>
          <a:solidFill>
            <a:srgbClr val="EAEFF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3584448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00200" y="3483864"/>
            <a:ext cx="40370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“Oddiy tilda tushuntir”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914400" y="4142232"/>
            <a:ext cx="46771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i="1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“Inflyatsiya targetingini 12 yoshli bolaga tushuntirgandek izohla.”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277356" y="3154680"/>
            <a:ext cx="5317236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597396" y="3447288"/>
            <a:ext cx="548640" cy="548640"/>
          </a:xfrm>
          <a:prstGeom prst="ellipse">
            <a:avLst/>
          </a:prstGeom>
          <a:solidFill>
            <a:srgbClr val="EAEFF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556" y="3584448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283196" y="3483864"/>
            <a:ext cx="40370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“Bu band nimani anglatadi?”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6597396" y="4142232"/>
            <a:ext cx="46771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i="1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Murakkab matnni joylab: “Bu band oddiy so'zlar bilan nimani bildiradi?”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94360" y="5230368"/>
            <a:ext cx="11000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i="1" dirty="0">
                <a:solidFill>
                  <a:srgbClr val="2E4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fikr: murakkab → sodda. Istalgan darajada — bola uchun ham, mutaxassis uchun ham.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5943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0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2-SESSIYA · ChatGPT demo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1068019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0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MASLAHATLAR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Yaxshiroq natija olish uchun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3483864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03120"/>
            <a:ext cx="566928" cy="566928"/>
          </a:xfrm>
          <a:prstGeom prst="ellipse">
            <a:avLst/>
          </a:prstGeom>
          <a:solidFill>
            <a:srgbClr val="15225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" y="2244852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45336" y="2121408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Suhbatni davom ettiring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8680" y="2743200"/>
            <a:ext cx="2980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“qisqaroq qil”, “rasmiyroq qil”, “yana variant ber” — javob yaxshilanaveradi.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52544" y="1828800"/>
            <a:ext cx="3483864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26864" y="2103120"/>
            <a:ext cx="566928" cy="566928"/>
          </a:xfrm>
          <a:prstGeom prst="ellipse">
            <a:avLst/>
          </a:prstGeom>
          <a:solidFill>
            <a:srgbClr val="15225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8596" y="224485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2121408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Namuna ulang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626864" y="2743200"/>
            <a:ext cx="2980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O'zingiz xohlagan uslubdagi misol bering — u shu uslubni takrorlaydi.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10728" y="1828800"/>
            <a:ext cx="3483864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85048" y="2103120"/>
            <a:ext cx="566928" cy="566928"/>
          </a:xfrm>
          <a:prstGeom prst="ellipse">
            <a:avLst/>
          </a:prstGeom>
          <a:solidFill>
            <a:srgbClr val="15225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6780" y="2244852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61704" y="2121408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Bosqichma-bosqich so'rang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85048" y="2743200"/>
            <a:ext cx="2980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Katta vazifani kichik qadamlarga bo'ling — natija aniqroq bo'ladi.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94360" y="3502152"/>
            <a:ext cx="3483864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68680" y="3776472"/>
            <a:ext cx="566928" cy="566928"/>
          </a:xfrm>
          <a:prstGeom prst="ellipse">
            <a:avLst/>
          </a:prstGeom>
          <a:solidFill>
            <a:srgbClr val="15225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3918204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45336" y="3794760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 tilingizda yozing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68680" y="4416552"/>
            <a:ext cx="2980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O'zbekcha yoki ruscha bemalol — tushunadi va shu tilda javob beradi.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52544" y="3502152"/>
            <a:ext cx="3483864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26864" y="3776472"/>
            <a:ext cx="566928" cy="566928"/>
          </a:xfrm>
          <a:prstGeom prst="ellipse">
            <a:avLst/>
          </a:prstGeom>
          <a:solidFill>
            <a:srgbClr val="152253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8596" y="3918204"/>
            <a:ext cx="283464" cy="28346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03520" y="3794760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Yoqmasa — qayta so'rang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626864" y="4416552"/>
            <a:ext cx="2980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Aniqlashtiring: “bu qismni o'zgartir”, “boshqacha yondash”.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10728" y="3502152"/>
            <a:ext cx="3483864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85048" y="3776472"/>
            <a:ext cx="566928" cy="566928"/>
          </a:xfrm>
          <a:prstGeom prst="ellipse">
            <a:avLst/>
          </a:prstGeom>
          <a:solidFill>
            <a:srgbClr val="152253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6780" y="3918204"/>
            <a:ext cx="283464" cy="28346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61704" y="3794760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G'oya so'rang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385048" y="4416552"/>
            <a:ext cx="2980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Faqat yozdirmang — “5 ta variant taklif qil” deb ham so'rasangiz bo'ladi.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5943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0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2-SESSIYA · ChatGPT demo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1068019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0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22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57200"/>
            <a:ext cx="457200" cy="457200"/>
          </a:xfrm>
          <a:prstGeom prst="ellipse">
            <a:avLst/>
          </a:prstGeom>
          <a:solidFill>
            <a:srgbClr val="E0A52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557784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97864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MUHIM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94360" y="841248"/>
            <a:ext cx="11000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Ehtiyot choralari — ayniqsa bank uchun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94360" y="1783080"/>
            <a:ext cx="5340096" cy="1828800"/>
          </a:xfrm>
          <a:prstGeom prst="roundRect">
            <a:avLst>
              <a:gd name="adj" fmla="val 6000"/>
            </a:avLst>
          </a:prstGeom>
          <a:solidFill>
            <a:srgbClr val="1D2C6B"/>
          </a:solidFill>
          <a:ln/>
          <a:effectLst>
            <a:outerShdw sx="100000" sy="100000" kx="0" ky="0" algn="bl" rotWithShape="0" blurRad="127000" dist="38100" dir="5400000">
              <a:srgbClr val="0A123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86968" y="2075688"/>
            <a:ext cx="512064" cy="512064"/>
          </a:xfrm>
          <a:prstGeom prst="ellipse">
            <a:avLst/>
          </a:prstGeom>
          <a:solidFill>
            <a:srgbClr val="FAE8E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260" y="2172980"/>
            <a:ext cx="317480" cy="317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2057400"/>
            <a:ext cx="4105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Maxfiy ma'lumotni kiritmang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914400" y="2743200"/>
            <a:ext cx="4700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C2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siri, mijoz ma'lumoti, shaxsiy ma'lumot — ommaviy ChatGPT'ga yozilmaydi.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254496" y="1783080"/>
            <a:ext cx="5340096" cy="1828800"/>
          </a:xfrm>
          <a:prstGeom prst="roundRect">
            <a:avLst>
              <a:gd name="adj" fmla="val 6000"/>
            </a:avLst>
          </a:prstGeom>
          <a:solidFill>
            <a:srgbClr val="1D2C6B"/>
          </a:solidFill>
          <a:ln/>
          <a:effectLst>
            <a:outerShdw sx="100000" sy="100000" kx="0" ky="0" algn="bl" rotWithShape="0" blurRad="127000" dist="38100" dir="5400000">
              <a:srgbClr val="0A1230">
                <a:alpha val="3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547104" y="2075688"/>
            <a:ext cx="512064" cy="512064"/>
          </a:xfrm>
          <a:prstGeom prst="ellipse">
            <a:avLst/>
          </a:prstGeom>
          <a:solidFill>
            <a:srgbClr val="E4F3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396" y="2172980"/>
            <a:ext cx="317480" cy="317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214616" y="2057400"/>
            <a:ext cx="4105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Javoblarni har doim tekshiring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574536" y="2743200"/>
            <a:ext cx="4700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C2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Raqamlar, faktlar va qonun bandlarida SI xato qilishi mumkin — tasdiqlang.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94360" y="3813048"/>
            <a:ext cx="5340096" cy="1828800"/>
          </a:xfrm>
          <a:prstGeom prst="roundRect">
            <a:avLst>
              <a:gd name="adj" fmla="val 6000"/>
            </a:avLst>
          </a:prstGeom>
          <a:solidFill>
            <a:srgbClr val="1D2C6B"/>
          </a:solidFill>
          <a:ln/>
          <a:effectLst>
            <a:outerShdw sx="100000" sy="100000" kx="0" ky="0" algn="bl" rotWithShape="0" blurRad="127000" dist="38100" dir="5400000">
              <a:srgbClr val="0A1230">
                <a:alpha val="3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86968" y="4105656"/>
            <a:ext cx="512064" cy="512064"/>
          </a:xfrm>
          <a:prstGeom prst="ellipse">
            <a:avLst/>
          </a:prstGeom>
          <a:solidFill>
            <a:srgbClr val="E4F3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260" y="4202948"/>
            <a:ext cx="317480" cy="317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54480" y="4087368"/>
            <a:ext cx="4105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Yakuniy qaror — insonniki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914400" y="4773168"/>
            <a:ext cx="4700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C2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yordamchi; mas'uliyat va qaror sizda qoladi.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254496" y="3813048"/>
            <a:ext cx="5340096" cy="1828800"/>
          </a:xfrm>
          <a:prstGeom prst="roundRect">
            <a:avLst>
              <a:gd name="adj" fmla="val 6000"/>
            </a:avLst>
          </a:prstGeom>
          <a:solidFill>
            <a:srgbClr val="1D2C6B"/>
          </a:solidFill>
          <a:ln/>
          <a:effectLst>
            <a:outerShdw sx="100000" sy="100000" kx="0" ky="0" algn="bl" rotWithShape="0" blurRad="127000" dist="38100" dir="5400000">
              <a:srgbClr val="0A1230">
                <a:alpha val="3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547104" y="4105656"/>
            <a:ext cx="512064" cy="512064"/>
          </a:xfrm>
          <a:prstGeom prst="ellipse">
            <a:avLst/>
          </a:prstGeom>
          <a:solidFill>
            <a:srgbClr val="E4F3EC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4396" y="4202948"/>
            <a:ext cx="317480" cy="31748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214616" y="4087368"/>
            <a:ext cx="4105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Manbani so'rang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6574536" y="4773168"/>
            <a:ext cx="4700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C2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“Qaysi manbaga asoslanding?” deb so'rang va mustaqil tekshiring.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594360" y="594360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To'g'ri ishlatilsa — ChatGPT kuchli va xavfsiz yordamchi.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ANIQLIK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qachon kuchli, qachon ehtiyot bo'lish kerak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5317236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75688"/>
            <a:ext cx="566928" cy="566928"/>
          </a:xfrm>
          <a:prstGeom prst="ellipse">
            <a:avLst/>
          </a:prstGeom>
          <a:solidFill>
            <a:srgbClr val="E4F3E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" y="2217420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112264"/>
            <a:ext cx="40370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Kuchli tomonlari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51560" y="2862072"/>
            <a:ext cx="449427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Matn yozish: xat, e'lon, qoralama</a:t>
            </a:r>
            <a:endParaRPr lang="en-US" sz="1400" dirty="0"/>
          </a:p>
          <a:p>
            <a:pPr marL="342900" indent="-3429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va qisqartirish</a:t>
            </a:r>
            <a:endParaRPr lang="en-US" sz="1400" dirty="0"/>
          </a:p>
          <a:p>
            <a:pPr marL="342900" indent="-3429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G'oyalar va variantlar topish</a:t>
            </a:r>
            <a:endParaRPr lang="en-US" sz="1400" dirty="0"/>
          </a:p>
          <a:p>
            <a:pPr marL="342900" indent="-3429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Murakkabni soddalashtirish</a:t>
            </a:r>
            <a:endParaRPr lang="en-US" sz="1400" dirty="0"/>
          </a:p>
          <a:p>
            <a:pPr marL="342900" indent="-3429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Tahrirlash va ohangni o'zgartirish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77356" y="1783080"/>
            <a:ext cx="5317236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97396" y="2075688"/>
            <a:ext cx="566928" cy="566928"/>
          </a:xfrm>
          <a:prstGeom prst="ellipse">
            <a:avLst/>
          </a:prstGeom>
          <a:solidFill>
            <a:srgbClr val="FBEDE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2120" y="2200412"/>
            <a:ext cx="317480" cy="317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83196" y="2112264"/>
            <a:ext cx="40370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Ehtiyot bo'ling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734556" y="2862072"/>
            <a:ext cx="449427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Aniq raqamlar va statistika</a:t>
            </a:r>
            <a:endParaRPr lang="en-US" sz="1400" dirty="0"/>
          </a:p>
          <a:p>
            <a:pPr marL="342900" indent="-3429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 so'nggi yangiliklar va sanalar</a:t>
            </a:r>
            <a:endParaRPr lang="en-US" sz="1400" dirty="0"/>
          </a:p>
          <a:p>
            <a:pPr marL="342900" indent="-3429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Huquqiy yakuniy xulosa</a:t>
            </a:r>
            <a:endParaRPr lang="en-US" sz="1400" dirty="0"/>
          </a:p>
          <a:p>
            <a:pPr marL="342900" indent="-3429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Maxfiy yoki shaxsiy ma'lumot</a:t>
            </a:r>
            <a:endParaRPr lang="en-US" sz="1400" dirty="0"/>
          </a:p>
          <a:p>
            <a:pPr marL="342900" indent="-3429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Tekshirilmagan faktlarga ishonish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943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0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2-SESSIYA · ChatGPT demo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1068019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0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22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645920"/>
            <a:ext cx="6400800" cy="6400800"/>
          </a:xfrm>
          <a:prstGeom prst="ellipse">
            <a:avLst/>
          </a:prstGeom>
          <a:solidFill>
            <a:srgbClr val="1D2C6B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182880"/>
            <a:ext cx="3108960" cy="3108960"/>
          </a:xfrm>
          <a:prstGeom prst="ellipse">
            <a:avLst/>
          </a:prstGeom>
          <a:solidFill>
            <a:srgbClr val="2E40A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20" kern="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 NAVBAT SIZDA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1704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O'zingiz sinab ko'ring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11000232" cy="777240"/>
          </a:xfrm>
          <a:prstGeom prst="roundRect">
            <a:avLst>
              <a:gd name="adj" fmla="val 14118"/>
            </a:avLst>
          </a:prstGeom>
          <a:solidFill>
            <a:srgbClr val="1D2C6B"/>
          </a:solidFill>
          <a:ln/>
          <a:effectLst>
            <a:outerShdw sx="100000" sy="100000" kx="0" ky="0" algn="bl" rotWithShape="0" blurRad="101600" dist="38100" dir="5400000">
              <a:srgbClr val="0A123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491740"/>
            <a:ext cx="457200" cy="457200"/>
          </a:xfrm>
          <a:prstGeom prst="ellipse">
            <a:avLst/>
          </a:prstGeom>
          <a:solidFill>
            <a:srgbClr val="E0A52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606040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2331720"/>
            <a:ext cx="9720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O'zingiz uchun rasmiy xat yozdiring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94360" y="3246120"/>
            <a:ext cx="11000232" cy="777240"/>
          </a:xfrm>
          <a:prstGeom prst="roundRect">
            <a:avLst>
              <a:gd name="adj" fmla="val 14118"/>
            </a:avLst>
          </a:prstGeom>
          <a:solidFill>
            <a:srgbClr val="1D2C6B"/>
          </a:solidFill>
          <a:ln/>
          <a:effectLst>
            <a:outerShdw sx="100000" sy="100000" kx="0" ky="0" algn="bl" rotWithShape="0" blurRad="101600" dist="38100" dir="5400000">
              <a:srgbClr val="0A1230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68680" y="3406140"/>
            <a:ext cx="457200" cy="457200"/>
          </a:xfrm>
          <a:prstGeom prst="ellipse">
            <a:avLst/>
          </a:prstGeom>
          <a:solidFill>
            <a:srgbClr val="E0A52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3520440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54480" y="3246120"/>
            <a:ext cx="9720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paragrafni soddalashtiring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94360" y="4160520"/>
            <a:ext cx="11000232" cy="777240"/>
          </a:xfrm>
          <a:prstGeom prst="roundRect">
            <a:avLst>
              <a:gd name="adj" fmla="val 14118"/>
            </a:avLst>
          </a:prstGeom>
          <a:solidFill>
            <a:srgbClr val="1D2C6B"/>
          </a:solidFill>
          <a:ln/>
          <a:effectLst>
            <a:outerShdw sx="100000" sy="100000" kx="0" ky="0" algn="bl" rotWithShape="0" blurRad="101600" dist="38100" dir="5400000">
              <a:srgbClr val="0A1230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320540"/>
            <a:ext cx="457200" cy="457200"/>
          </a:xfrm>
          <a:prstGeom prst="ellipse">
            <a:avLst/>
          </a:prstGeom>
          <a:solidFill>
            <a:srgbClr val="E0A52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443484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4160520"/>
            <a:ext cx="9720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matnni o'zbekchaga tarjima qiling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594360" y="5349240"/>
            <a:ext cx="548640" cy="548640"/>
          </a:xfrm>
          <a:prstGeom prst="ellipse">
            <a:avLst/>
          </a:prstGeom>
          <a:solidFill>
            <a:srgbClr val="E0A526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486400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71600" y="5349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Keyingisi: Claude va Gemini  ·  3-sessiya · 16:00–16:50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ChatGPT — Jonli Demo</dc:title>
  <dc:subject>PptxGenJS Presentation</dc:subject>
  <dc:creator>AI Training</dc:creator>
  <cp:lastModifiedBy>AI Training</cp:lastModifiedBy>
  <cp:revision>1</cp:revision>
  <dcterms:created xsi:type="dcterms:W3CDTF">2026-06-22T05:40:59Z</dcterms:created>
  <dcterms:modified xsi:type="dcterms:W3CDTF">2026-06-22T05:40:59Z</dcterms:modified>
</cp:coreProperties>
</file>