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383280"/>
            <a:ext cx="5852160" cy="5852160"/>
          </a:xfrm>
          <a:prstGeom prst="ellipse">
            <a:avLst/>
          </a:prstGeom>
          <a:solidFill>
            <a:srgbClr val="1D2C6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3657600" cy="3657600"/>
          </a:xfrm>
          <a:prstGeom prst="ellipse">
            <a:avLst/>
          </a:prstGeom>
          <a:solidFill>
            <a:srgbClr val="2E40A4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868680"/>
            <a:ext cx="4114800" cy="384048"/>
          </a:xfrm>
          <a:prstGeom prst="roundRect">
            <a:avLst>
              <a:gd name="adj" fmla="val 50000"/>
            </a:avLst>
          </a:prstGeom>
          <a:solidFill>
            <a:srgbClr val="2E40A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1-KUN · 1-SESSIYA · 15:05–15:30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Sun'iy intellekt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asoslari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94360" y="3794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9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nima uchun aynan </a:t>
            </a:r>
            <a:pPr indent="0" marL="0">
              <a:buNone/>
            </a:pPr>
            <a:r>
              <a:rPr lang="en-US" sz="2600" b="1" i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bank xodimlari uchun amaliy va sodda kirish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5806440"/>
            <a:ext cx="384048" cy="384048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851" y="5890931"/>
            <a:ext cx="215067" cy="21506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5806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Kontseptsiya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063240" y="5806440"/>
            <a:ext cx="384048" cy="384048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933" y="5910133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5806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demo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839712" y="5870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E9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Vositalar:  ChatGPT  ·  Claude  ·  Gemini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 · 25 DAQIQA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sessiyada nimani ko'rib chiqamiz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100023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11680"/>
            <a:ext cx="566928" cy="566928"/>
          </a:xfrm>
          <a:prstGeom prst="ellipse">
            <a:avLst/>
          </a:prstGeom>
          <a:solidFill>
            <a:srgbClr val="EAEFFB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737360" y="1993392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236" y="2144268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606040" y="1965960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bugun qayerda turibdi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606040" y="2331720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raqam bilan — qisqa va aniq manzara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2971800"/>
            <a:ext cx="1100023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86968" y="3200400"/>
            <a:ext cx="566928" cy="566928"/>
          </a:xfrm>
          <a:prstGeom prst="ellipse">
            <a:avLst/>
          </a:prstGeom>
          <a:solidFill>
            <a:srgbClr val="EAEFFB"/>
          </a:solidFill>
          <a:ln/>
        </p:spPr>
      </p:sp>
      <p:sp>
        <p:nvSpPr>
          <p:cNvPr id="13" name="Text 10"/>
          <p:cNvSpPr/>
          <p:nvPr/>
        </p:nvSpPr>
        <p:spPr>
          <a:xfrm>
            <a:off x="886968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737360" y="3182112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36" y="3332988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06040" y="3154680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asosiy tushuncha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2606040" y="3520440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Generativ SI va Agent — sodda tilda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94360" y="4160520"/>
            <a:ext cx="1100023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86968" y="4389120"/>
            <a:ext cx="566928" cy="566928"/>
          </a:xfrm>
          <a:prstGeom prst="ellipse">
            <a:avLst/>
          </a:prstGeom>
          <a:solidFill>
            <a:srgbClr val="EAEFFB"/>
          </a:solidFill>
          <a:ln/>
        </p:spPr>
      </p:sp>
      <p:sp>
        <p:nvSpPr>
          <p:cNvPr id="20" name="Text 16"/>
          <p:cNvSpPr/>
          <p:nvPr/>
        </p:nvSpPr>
        <p:spPr>
          <a:xfrm>
            <a:off x="886968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1737360" y="4370832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236" y="4521708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606040" y="4343400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aynan hozir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2606040" y="4709160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2022-yildan keyin hammasi o'zgardi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94360" y="5349240"/>
            <a:ext cx="1100023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86968" y="5577840"/>
            <a:ext cx="566928" cy="566928"/>
          </a:xfrm>
          <a:prstGeom prst="ellipse">
            <a:avLst/>
          </a:prstGeom>
          <a:solidFill>
            <a:srgbClr val="EAEFFB"/>
          </a:solidFill>
          <a:ln/>
        </p:spPr>
      </p:sp>
      <p:sp>
        <p:nvSpPr>
          <p:cNvPr id="27" name="Text 22"/>
          <p:cNvSpPr/>
          <p:nvPr/>
        </p:nvSpPr>
        <p:spPr>
          <a:xfrm>
            <a:off x="886968" y="5577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1737360" y="5559552"/>
            <a:ext cx="603504" cy="603504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236" y="5710428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606040" y="5532120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bank uchun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2606040" y="5897880"/>
            <a:ext cx="8622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Bularning barchasi bizning ishimizga qanday tegishli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1-SESSIYA · SI asoslari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BOSHLASH UCHUN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Aslida siz SI'dan allaqachon foydalanyapsiz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intellekt yangi yoki qo'rqinchli narsa emas. U yillar davomida atrofimizda. So'nggi 3 yilda o'zgargan narsa — endi u bizga gapira oladi va yangi narsalar yarata oladi.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3483864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633472"/>
            <a:ext cx="603504" cy="603504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809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73352" y="2633472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qulfini ochish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73352" y="298094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Yuzni tanish texnologiyasi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52544" y="2286000"/>
            <a:ext cx="3483864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633472"/>
            <a:ext cx="603504" cy="603504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31536" y="2633472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Xaritadagi tirbandlik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31536" y="298094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holatini bashorat qilish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10728" y="2286000"/>
            <a:ext cx="3483864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03336" y="2633472"/>
            <a:ext cx="603504" cy="603504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177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89720" y="2633472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kartangiz himoyasi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9189720" y="298094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Firibgar to'lovni aniqlash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4360" y="3840480"/>
            <a:ext cx="3483864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86968" y="4187952"/>
            <a:ext cx="603504" cy="603504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809" y="433279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73352" y="4187952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"Spam" filtri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673352" y="453542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Keraksiz xatlarni ajratish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52544" y="3840480"/>
            <a:ext cx="3483864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45152" y="4187952"/>
            <a:ext cx="603504" cy="603504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993" y="4332793"/>
            <a:ext cx="313822" cy="31382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31536" y="4187952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Kino va musiqa tavsiyalari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5431536" y="453542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Sizga yoqadigan kontent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10728" y="3840480"/>
            <a:ext cx="3483864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03336" y="4187952"/>
            <a:ext cx="603504" cy="603504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8177" y="4332793"/>
            <a:ext cx="313822" cy="31382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89720" y="4187952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Ovozli yordamchilar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9189720" y="453542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Telefonga gapirib so'rash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1-SESSIYA · SI asoslari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2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BUGUN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Uchta raqam — nega bu muhim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422904" cy="3383280"/>
          </a:xfrm>
          <a:prstGeom prst="roundRect">
            <a:avLst>
              <a:gd name="adj" fmla="val 3243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52400" dist="50800" dir="5400000">
              <a:srgbClr val="0A123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0052" y="2212848"/>
            <a:ext cx="731520" cy="731520"/>
          </a:xfrm>
          <a:prstGeom prst="ellipse">
            <a:avLst/>
          </a:prstGeom>
          <a:solidFill>
            <a:srgbClr val="2E40A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2932" y="23957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27248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mlrd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4041648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foydalanuvchisi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407408"/>
            <a:ext cx="2782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Tarixda eng tez 1 milliard foydalanuvchiga yetgan ilova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3024" y="1828800"/>
            <a:ext cx="3422904" cy="3383280"/>
          </a:xfrm>
          <a:prstGeom prst="roundRect">
            <a:avLst>
              <a:gd name="adj" fmla="val 3243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52400" dist="50800" dir="5400000">
              <a:srgbClr val="0A1230">
                <a:alpha val="3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28716" y="2212848"/>
            <a:ext cx="731520" cy="731520"/>
          </a:xfrm>
          <a:prstGeom prst="ellipse">
            <a:avLst/>
          </a:prstGeom>
          <a:solidFill>
            <a:srgbClr val="2E40A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96" y="23957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5904" y="3127248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mlrd</a:t>
            </a:r>
            <a:endParaRPr lang="en-US" sz="4600" dirty="0"/>
          </a:p>
        </p:txBody>
      </p:sp>
      <p:sp>
        <p:nvSpPr>
          <p:cNvPr id="14" name="Text 10"/>
          <p:cNvSpPr/>
          <p:nvPr/>
        </p:nvSpPr>
        <p:spPr>
          <a:xfrm>
            <a:off x="4565904" y="4041648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kunlik so'rov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03064" y="4407408"/>
            <a:ext cx="2782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Dunyo bo'ylab har kuni shuncha savol beriladi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71688" y="1828800"/>
            <a:ext cx="3422904" cy="3383280"/>
          </a:xfrm>
          <a:prstGeom prst="roundRect">
            <a:avLst>
              <a:gd name="adj" fmla="val 3243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52400" dist="50800" dir="5400000">
              <a:srgbClr val="0A1230">
                <a:alpha val="3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17380" y="2212848"/>
            <a:ext cx="731520" cy="731520"/>
          </a:xfrm>
          <a:prstGeom prst="ellipse">
            <a:avLst/>
          </a:prstGeom>
          <a:solidFill>
            <a:srgbClr val="2E40A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260" y="239572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54568" y="3127248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 daq</a:t>
            </a:r>
            <a:endParaRPr lang="en-US" sz="4600" dirty="0"/>
          </a:p>
        </p:txBody>
      </p:sp>
      <p:sp>
        <p:nvSpPr>
          <p:cNvPr id="20" name="Text 15"/>
          <p:cNvSpPr/>
          <p:nvPr/>
        </p:nvSpPr>
        <p:spPr>
          <a:xfrm>
            <a:off x="8354568" y="4041648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kuniga vaqt tejash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91728" y="4407408"/>
            <a:ext cx="2782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SI'dan foydalanadigan xodim o'rtacha shuncha vaqt yutadi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94360" y="5989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8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OpenAI / Reuters (2026); OpenAI korxona tadqiqoti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SAVOL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Xo'sh, sun'iy intellekt o'zi nima?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intellekt (SI)</a:t>
            </a:r>
            <a:pPr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 kompyuterga inson kabi til, rasm va ovozni tushunish hamda misollardan o'rganish qobiliyatini beradigan texnologiya.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5317236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51760"/>
            <a:ext cx="640080" cy="640080"/>
          </a:xfrm>
          <a:prstGeom prst="ellipse">
            <a:avLst/>
          </a:prstGeom>
          <a:solidFill>
            <a:srgbClr val="E7E9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8053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697480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dasturlar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3044952"/>
            <a:ext cx="3945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Qat'iy qoidalar bilan ishlaydi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3566160"/>
            <a:ext cx="45399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“Agar X bo'lsa — Y qil” tarzida ishlaydi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holatni odam oldindan yozib qo'yishi kerak</a:t>
            </a:r>
            <a:endParaRPr lang="en-US" sz="13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3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vaziyatga o'zi moslasha olmaydi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77356" y="2331720"/>
            <a:ext cx="5317236" cy="3200400"/>
          </a:xfrm>
          <a:prstGeom prst="roundRect">
            <a:avLst>
              <a:gd name="adj" fmla="val 3429"/>
            </a:avLst>
          </a:prstGeom>
          <a:solidFill>
            <a:srgbClr val="152253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97396" y="2651760"/>
            <a:ext cx="640080" cy="640080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015" y="280537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4636" y="2697480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SI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374636" y="3044952"/>
            <a:ext cx="3945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C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Misollardan o'rganadi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688836" y="3566160"/>
            <a:ext cx="45399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Millionlab misollarni ko'rib, naqshlarni o'rganadi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Xuddi bola tilni o'rgangani kabi</a:t>
            </a:r>
            <a:endParaRPr lang="en-US" sz="13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350" dirty="0">
                <a:solidFill>
                  <a:srgbClr val="E4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savol va vaziyatlarga ham javob bera oladi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1-SESSIYA · SI asoslari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LUG'AT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 joyda eshitadigan 3 ta so'z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10002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822960" cy="822960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1717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8928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</a:t>
            </a:r>
            <a:pPr indent="0" marL="0">
              <a:buNone/>
            </a:pPr>
            <a:r>
              <a:rPr lang="en-US" sz="1300" i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til modeli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057400" y="229514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Internetdagi millionlab matnlarni “o'qib chiqqan” va savolga inson kabi javob beradigan dastur.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95160" y="1911096"/>
            <a:ext cx="4325112" cy="932688"/>
          </a:xfrm>
          <a:prstGeom prst="roundRect">
            <a:avLst>
              <a:gd name="adj" fmla="val 11765"/>
            </a:avLst>
          </a:prstGeom>
          <a:solidFill>
            <a:srgbClr val="EAEFFB"/>
          </a:solidFill>
          <a:ln/>
        </p:spPr>
      </p:sp>
      <p:sp>
        <p:nvSpPr>
          <p:cNvPr id="10" name="Shape 7"/>
          <p:cNvSpPr/>
          <p:nvPr/>
        </p:nvSpPr>
        <p:spPr>
          <a:xfrm>
            <a:off x="7223760" y="2112264"/>
            <a:ext cx="384048" cy="384048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091" y="2200595"/>
            <a:ext cx="207386" cy="2073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08392" y="2093976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D7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MISOL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708392" y="2313432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152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Juda ko'p kitob o'qigan, doim yoningizda turgan yordamchi.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4360" y="3246120"/>
            <a:ext cx="110002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3520440"/>
            <a:ext cx="822960" cy="822960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37261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34472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 SI  </a:t>
            </a:r>
            <a:pPr indent="0" marL="0">
              <a:buNone/>
            </a:pPr>
            <a:r>
              <a:rPr lang="en-US" sz="1300" i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Yarata oladigan SI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2057400" y="384962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narsani topib bermaydi — yangi narsa yaratadi: matn, rasm, jadval, kod.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995160" y="3465576"/>
            <a:ext cx="4325112" cy="932688"/>
          </a:xfrm>
          <a:prstGeom prst="roundRect">
            <a:avLst>
              <a:gd name="adj" fmla="val 11765"/>
            </a:avLst>
          </a:prstGeom>
          <a:solidFill>
            <a:srgbClr val="EAEFFB"/>
          </a:solidFill>
          <a:ln/>
        </p:spPr>
      </p:sp>
      <p:sp>
        <p:nvSpPr>
          <p:cNvPr id="20" name="Shape 15"/>
          <p:cNvSpPr/>
          <p:nvPr/>
        </p:nvSpPr>
        <p:spPr>
          <a:xfrm>
            <a:off x="7223760" y="3666744"/>
            <a:ext cx="384048" cy="384048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091" y="3755075"/>
            <a:ext cx="207386" cy="2073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08392" y="3648456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D7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MISOL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708392" y="3867912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152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Kalkulyator emas — yozuvchi yoki rassom kabi.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94360" y="4800600"/>
            <a:ext cx="110002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60120" y="5074920"/>
            <a:ext cx="822960" cy="822960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" y="52806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057400" y="50017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4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</a:t>
            </a:r>
            <a:pPr indent="0" marL="0">
              <a:buNone/>
            </a:pPr>
            <a:r>
              <a:rPr lang="en-US" sz="1300" i="1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Harakat qiladigan SI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2057400" y="540410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javob bermaydi — sizning nomingizdan qadamlarni bajaradi, vositalardan foydalanadi.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995160" y="5020056"/>
            <a:ext cx="4325112" cy="932688"/>
          </a:xfrm>
          <a:prstGeom prst="roundRect">
            <a:avLst>
              <a:gd name="adj" fmla="val 11765"/>
            </a:avLst>
          </a:prstGeom>
          <a:solidFill>
            <a:srgbClr val="EAEFFB"/>
          </a:solidFill>
          <a:ln/>
        </p:spPr>
      </p:sp>
      <p:sp>
        <p:nvSpPr>
          <p:cNvPr id="30" name="Shape 23"/>
          <p:cNvSpPr/>
          <p:nvPr/>
        </p:nvSpPr>
        <p:spPr>
          <a:xfrm>
            <a:off x="7223760" y="5221224"/>
            <a:ext cx="384048" cy="384048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2091" y="5309555"/>
            <a:ext cx="207386" cy="20738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708392" y="5202936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D7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MISOL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7708392" y="5422392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152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Maslahatchi emas — ishni o'zi qiladigan yordamchi.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1-SESSIYA · SI asoslari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TUSHUNMOVCHILIKLAR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nima EMAS — keng tarqalgan xato fikrlar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009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57400"/>
            <a:ext cx="457200" cy="457200"/>
          </a:xfrm>
          <a:prstGeom prst="ellipse">
            <a:avLst/>
          </a:prstGeom>
          <a:solidFill>
            <a:srgbClr val="FAE8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14426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0472" y="2020824"/>
            <a:ext cx="4151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 hamma narsani biladi va xato qilmaydi”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86968" y="2807208"/>
            <a:ext cx="457200" cy="457200"/>
          </a:xfrm>
          <a:prstGeom prst="ellipse">
            <a:avLst/>
          </a:prstGeom>
          <a:solidFill>
            <a:srgbClr val="E4F3E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2894076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90472" y="2715768"/>
            <a:ext cx="4169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Ba'zan ishonch bilan xato qiladi (“gallyutsinatsiya”). Javobni tekshirish shart.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54496" y="1783080"/>
            <a:ext cx="534009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47104" y="2057400"/>
            <a:ext cx="457200" cy="457200"/>
          </a:xfrm>
          <a:prstGeom prst="ellipse">
            <a:avLst/>
          </a:prstGeom>
          <a:solidFill>
            <a:srgbClr val="FAE8E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72" y="214426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0608" y="2020824"/>
            <a:ext cx="4151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 mening ishimni tortib oladi”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547104" y="2807208"/>
            <a:ext cx="457200" cy="457200"/>
          </a:xfrm>
          <a:prstGeom prst="ellipse">
            <a:avLst/>
          </a:prstGeom>
          <a:solidFill>
            <a:srgbClr val="E4F3E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2894076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50608" y="2715768"/>
            <a:ext cx="4169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— vosita. Uni ishlatishni biladigan odam samaraliroq bo'ladi, xolos.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94360" y="3886200"/>
            <a:ext cx="534009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86968" y="4160520"/>
            <a:ext cx="457200" cy="457200"/>
          </a:xfrm>
          <a:prstGeom prst="ellipse">
            <a:avLst/>
          </a:prstGeom>
          <a:solidFill>
            <a:srgbClr val="FAE8E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" y="4247388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90472" y="4123944"/>
            <a:ext cx="4151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 ongli, mustaqil fikrlaydi”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886968" y="4910328"/>
            <a:ext cx="457200" cy="457200"/>
          </a:xfrm>
          <a:prstGeom prst="ellipse">
            <a:avLst/>
          </a:prstGeom>
          <a:solidFill>
            <a:srgbClr val="E4F3EC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" y="4997196"/>
            <a:ext cx="283464" cy="28346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90472" y="4818888"/>
            <a:ext cx="4169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Yo'q. U statistik naqshlar asosida eng mos matnni tuzadi — tushunmaydi.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254496" y="3886200"/>
            <a:ext cx="534009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547104" y="4160520"/>
            <a:ext cx="457200" cy="457200"/>
          </a:xfrm>
          <a:prstGeom prst="ellipse">
            <a:avLst/>
          </a:prstGeom>
          <a:solidFill>
            <a:srgbClr val="FAE8E6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3972" y="4247388"/>
            <a:ext cx="283464" cy="28346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50608" y="4123944"/>
            <a:ext cx="4151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“Maxfiy ma'lumotni bemalol kiritsa bo'ladi”</a:t>
            </a:r>
            <a:endParaRPr 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6547104" y="4910328"/>
            <a:ext cx="457200" cy="457200"/>
          </a:xfrm>
          <a:prstGeom prst="ellipse">
            <a:avLst/>
          </a:prstGeom>
          <a:solidFill>
            <a:srgbClr val="E4F3EC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3972" y="4997196"/>
            <a:ext cx="283464" cy="28346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150608" y="4818888"/>
            <a:ext cx="4169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Yo'q! Ommaviy vositalarga maxfiy yoki shaxsiy ma'lumot kiritmang.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1-SESSIYA · SI asoslari</a:t>
            </a:r>
            <a:endParaRPr lang="en-US" sz="950" dirty="0"/>
          </a:p>
        </p:txBody>
      </p:sp>
      <p:sp>
        <p:nvSpPr>
          <p:cNvPr id="33" name="Text 23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aynan hozir? Uchta narsa bir vaqtda yetildi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22904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30552"/>
            <a:ext cx="777240" cy="77724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324862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26664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hisoblash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410712"/>
            <a:ext cx="2782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Arzon va juda kuchli chiplar (GPU) paydo bo'ldi — ulkan hisob-kitoblar mumkin bo'ldi.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3024" y="1783080"/>
            <a:ext cx="3422904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3064" y="2130552"/>
            <a:ext cx="777240" cy="77724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374" y="2324862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3064" y="3026664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Ulkan ma'lumot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3064" y="3410712"/>
            <a:ext cx="2782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SI'ga o'rganish uchun cheksiz matn, rasm va boshqa materiallar berdi.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71688" y="1783080"/>
            <a:ext cx="3422904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91728" y="2130552"/>
            <a:ext cx="777240" cy="777240"/>
          </a:xfrm>
          <a:prstGeom prst="ellipse">
            <a:avLst/>
          </a:prstGeom>
          <a:solidFill>
            <a:srgbClr val="EAEF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038" y="2324862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1728" y="3026664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kashfiyot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91728" y="3410712"/>
            <a:ext cx="2782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2017-yilda “Transformer” texnologiyasi sifatni keskin oshirdi — natijada zamonaviy SI.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94360" y="4526280"/>
            <a:ext cx="11000232" cy="1325880"/>
          </a:xfrm>
          <a:prstGeom prst="roundRect">
            <a:avLst>
              <a:gd name="adj" fmla="val 8276"/>
            </a:avLst>
          </a:prstGeom>
          <a:solidFill>
            <a:srgbClr val="152253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840" y="4892040"/>
            <a:ext cx="594360" cy="594360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430" y="504063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4754880"/>
            <a:ext cx="9445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2022-yil oxirida ChatGPT chiqdi — SI birinchi marta oddiy odam uchun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gaplashadigan va yaratadigan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vositaga aylandi.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828800" y="5321808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 70 yil rivojlandi — ammo so'nggi 3 yilda hammaga ochiq bo'ldi.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1-SESSIYA · SI asoslari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MAXSUS BURCHAK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bank uchun: SI qayerda yordam beradi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44752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Dunyo markaziy banklari (BIS, ECB, AQSH Federal zaxira tizimi) SI'ni allaqachon quyidagi vazifalarda qo'llamoqda: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348386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86000"/>
            <a:ext cx="566928" cy="566928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42773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67712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Iqtisodiy tahlil va prognoz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Ko'rsatkichlarni bashorat qilish, tezkor baholash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52544" y="2011680"/>
            <a:ext cx="348386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6864" y="2286000"/>
            <a:ext cx="566928" cy="566928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242773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12664" y="2267712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ma'lumotlar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26864" y="29260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Ma'lumotlarni yig'ish, qidirish, tartibga solish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10728" y="2011680"/>
            <a:ext cx="348386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85048" y="2286000"/>
            <a:ext cx="566928" cy="566928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242773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0848" y="2267712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nazorati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85048" y="29260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 va hujjatlarni tez tahlil qilish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4360" y="3611880"/>
            <a:ext cx="348386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68680" y="3886200"/>
            <a:ext cx="566928" cy="566928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4027932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867912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tizimlari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68680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Operatsiyalarni kuzatish va monitoring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52544" y="3611880"/>
            <a:ext cx="348386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26864" y="3886200"/>
            <a:ext cx="566928" cy="566928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596" y="4027932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12664" y="3867912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Firibgarlik va pul yuvish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626864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Shubhali harakatlarni aniqlashga yordam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10728" y="3611880"/>
            <a:ext cx="348386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85048" y="3886200"/>
            <a:ext cx="566928" cy="566928"/>
          </a:xfrm>
          <a:prstGeom prst="ellipse">
            <a:avLst/>
          </a:prstGeom>
          <a:solidFill>
            <a:srgbClr val="15225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780" y="4027932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70848" y="3867912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Murojaatlarni tahlil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8504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Shikoyat va so'rovlarni umumlashtirish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1-SESSIYA · SI asoslari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2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OLTIN QOIDA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Lekin: odam har doim markazda qoladi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1000232" cy="1078992"/>
          </a:xfrm>
          <a:prstGeom prst="roundRect">
            <a:avLst>
              <a:gd name="adj" fmla="val 10169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27000" dist="38100" dir="5400000">
              <a:srgbClr val="0A123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84832"/>
            <a:ext cx="658368" cy="658368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24942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75688"/>
            <a:ext cx="9354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— yordamchi, qaror qabul qiluvchi emas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74520" y="2441448"/>
            <a:ext cx="9354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qaror va to'liq javobgarlik har doim insonniki bo'lib qoladi.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3154680"/>
            <a:ext cx="11000232" cy="1078992"/>
          </a:xfrm>
          <a:prstGeom prst="roundRect">
            <a:avLst>
              <a:gd name="adj" fmla="val 10169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27000" dist="38100" dir="5400000">
              <a:srgbClr val="0A123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3364992"/>
            <a:ext cx="658368" cy="658368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352958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355848"/>
            <a:ext cx="9354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javob tekshiriladi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874520" y="3721608"/>
            <a:ext cx="9354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Ayniqsa raqamlar, faktlar va qonun bandlari — mustaqil tasdiqlanishi shart.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4360" y="4434840"/>
            <a:ext cx="11000232" cy="1078992"/>
          </a:xfrm>
          <a:prstGeom prst="roundRect">
            <a:avLst>
              <a:gd name="adj" fmla="val 10169"/>
            </a:avLst>
          </a:prstGeom>
          <a:solidFill>
            <a:srgbClr val="1D2C6B"/>
          </a:solidFill>
          <a:ln/>
          <a:effectLst>
            <a:outerShdw sx="100000" sy="100000" kx="0" ky="0" algn="bl" rotWithShape="0" blurRad="127000" dist="38100" dir="5400000">
              <a:srgbClr val="0A123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645152"/>
            <a:ext cx="658368" cy="658368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80974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636008"/>
            <a:ext cx="9354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Maxfiylik — birinchi o'rinda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74520" y="5001768"/>
            <a:ext cx="9354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Maxfiy va shaxsiy ma'lumot ommaviy vositalarga kiritilmaydi.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94360" y="589788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“Ma'lumotning ko'pligi — bu hali aql yoki to'g'ri qaror degani emas.”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Esda qoladigan 3 ta asosiy fikr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100023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34540"/>
            <a:ext cx="731520" cy="731520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345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20240" y="2048256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— sehr emas, vosita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20240" y="2468880"/>
            <a:ext cx="9354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yangi narsa emas; endi u gaplashadi va yangi narsa yaratadi.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200400"/>
            <a:ext cx="1100023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406140"/>
            <a:ext cx="731520" cy="731520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061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920240" y="3419856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so'z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920240" y="3840480"/>
            <a:ext cx="9354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(o'qigan) · Generativ (yaratadi) · Agent (harakat qiladi).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572000"/>
            <a:ext cx="1100023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8C99BF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777740"/>
            <a:ext cx="731520" cy="731520"/>
          </a:xfrm>
          <a:prstGeom prst="ellipse">
            <a:avLst/>
          </a:prstGeom>
          <a:solidFill>
            <a:srgbClr val="15225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777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920240" y="4791456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bank uchun katta imkoniyat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920240" y="5212080"/>
            <a:ext cx="9354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Lekin odam nazorati va maxfiylik har doim markazda.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1-SESSIYA · SI asoslari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6801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0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2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943600" cy="5943600"/>
          </a:xfrm>
          <a:prstGeom prst="ellipse">
            <a:avLst/>
          </a:prstGeom>
          <a:solidFill>
            <a:srgbClr val="1D2C6B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182880"/>
            <a:ext cx="3108960" cy="3108960"/>
          </a:xfrm>
          <a:prstGeom prst="ellipse">
            <a:avLst/>
          </a:prstGeom>
          <a:solidFill>
            <a:srgbClr val="2E40A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SESSIYA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5603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Endi nazariyadan amaliyotga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2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demo: ChatGPT bilan rasmiy xat, tarjima va soddalashtirish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4434840"/>
            <a:ext cx="640080" cy="640080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45948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4434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2-sessiya · 15:30–16:00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Sun'iy intellekt asoslari</dc:title>
  <dc:subject>PptxGenJS Presentation</dc:subject>
  <dc:creator>AI Training</dc:creator>
  <cp:lastModifiedBy>AI Training</cp:lastModifiedBy>
  <cp:revision>1</cp:revision>
  <dcterms:created xsi:type="dcterms:W3CDTF">2026-06-22T05:50:04Z</dcterms:created>
  <dcterms:modified xsi:type="dcterms:W3CDTF">2026-06-22T05:50:04Z</dcterms:modified>
</cp:coreProperties>
</file>